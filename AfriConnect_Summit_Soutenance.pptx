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54864" cy="548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594360"/>
            <a:ext cx="54864" cy="548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640080"/>
            <a:ext cx="54864" cy="548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" name="Shape 3"/>
          <p:cNvSpPr/>
          <p:nvPr/>
        </p:nvSpPr>
        <p:spPr>
          <a:xfrm>
            <a:off x="9555480" y="685800"/>
            <a:ext cx="54864" cy="548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E274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0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— TECHNOLOGIE WEB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AfriConnect Summit 2026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d'une conférence tech panafricaine — HTML5 · CSS3 · JavaScript Vanilla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92608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[Votre Nom Prénom]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[Votre Classe — Groupe ISI]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424160" y="5257800"/>
            <a:ext cx="822960" cy="8229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4" name="Image 0" descr="/home/claude/afri_pptx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915" y="5356555"/>
            <a:ext cx="625450" cy="62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le site vitrine complet d'une conférence tech panafricaine fictive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brief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L'Afrique francophone accueille de nombreux événements tech sans présence web à la hauteur. Objectif : concevoir « AfriConnect Summit », un site moderne, fluide, responsive et entièrement fonctionnel — dans le style épuré de 2026 (typographie expressive, animations sobres, dark mode).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clés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HTML reliées par une navigation cohérente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544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framework, aucune IA générative de code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928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strictement individuel — soutenance orale de 10 min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1554480"/>
            <a:ext cx="502920" cy="5029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2" name="Image 0" descr="/home/claude/afri_pptx/icons/html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9670" y="1614830"/>
            <a:ext cx="382219" cy="38221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5120" y="1527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67512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sémantique, hiérarchie des titres, accessibilité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606040"/>
            <a:ext cx="502920" cy="5029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6" name="Image 1" descr="/home/claude/afri_pptx/icons/cs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70" y="2666390"/>
            <a:ext cx="382219" cy="38221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75120" y="2578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675120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variables CSS, animations, responsive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89320" y="3657600"/>
            <a:ext cx="502920" cy="5029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0" name="Image 2" descr="/home/claude/afri_pptx/icons/j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670" y="3717950"/>
            <a:ext cx="382219" cy="38221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630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675120" y="3950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événements, IntersectionObserver, localStorage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989320" y="4709160"/>
            <a:ext cx="502920" cy="5029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4" name="Image 3" descr="/home/claude/afri_pptx/icons/g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670" y="4769510"/>
            <a:ext cx="382219" cy="38221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75120" y="4681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67512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réguliers, déploiement GitHub Pages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HTML reliées par une navigation fixe commune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965960"/>
            <a:ext cx="640080" cy="64008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/home/claude/afri_pptx/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50" y="204277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3429000"/>
            <a:ext cx="2057400" cy="0"/>
          </a:xfrm>
          <a:prstGeom prst="line">
            <a:avLst/>
          </a:prstGeom>
          <a:noFill/>
          <a:ln w="12700">
            <a:solidFill>
              <a:srgbClr val="3A45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compte à rebours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animés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Intervenants vedettes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&amp; footer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0342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afri_pptx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230" y="2042770"/>
            <a:ext cx="486461" cy="4864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programme.html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47472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794760" y="3429000"/>
            <a:ext cx="205740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0332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3 jours (JS)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70332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sessions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70332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thématiques en grille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40080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2950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2" descr="/home/claude/afri_pptx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310" y="2042770"/>
            <a:ext cx="486461" cy="48646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intervenants.html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40080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720840" y="3429000"/>
            <a:ext cx="205740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62940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(JS)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62940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intervenants en grille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62940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hover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932688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035558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3" descr="/home/claude/afri_pptx/icons/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390" y="2042770"/>
            <a:ext cx="486461" cy="48646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2688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932688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646920" y="3429000"/>
            <a:ext cx="205740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55548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+ validation JS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955548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accordéon CSS pur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955548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Google Maps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4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/ index.html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Accueil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DEFF3"/>
          </a:solidFill>
          <a:ln w="12700">
            <a:solidFill>
              <a:srgbClr val="D8DCE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880360" y="3246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afri_pptx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8142" y="3333902"/>
            <a:ext cx="555955" cy="5559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[Capture d'écran — page Accueil]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ce cadre par un screenshot de votre site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7220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fixe : logo, 4 liens, toggle dark/light, menu hamburger mobile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2212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plein écran (100vh) avec compte à rebours temps réel vers la conférence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72200" y="27797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chiffres clés en CSS Grid, compteurs animés au scroll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33467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arguments « Pourquoi participer » en Flexbox, animation au scroll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2200" y="39136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intervenants vedettes en Grid, effets hover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20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de sponsors (Or/Argent/Bronze) en Flexbox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2200" y="50474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3 colonnes, année dynamique, bouton retour en haut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4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/ programme.html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Programme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41B2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9202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9202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     Session      Intervenant      Salle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971800"/>
            <a:ext cx="6126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9718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2971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officielle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2971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Cissé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2971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355848"/>
            <a:ext cx="6126480" cy="38404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3558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45920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: IA en Afrique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60520" y="33558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Kwame Mensah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3355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3739896"/>
            <a:ext cx="6126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7398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739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déjeuner networking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60520" y="37398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06440" y="37398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4123944"/>
            <a:ext cx="6126480" cy="38404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" y="41239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0" y="4123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DevOps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60520" y="41239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 Diallo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06440" y="41239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" y="4507992"/>
            <a:ext cx="6126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5079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645920" y="4507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Pitchs startups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60520" y="4507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fondateurs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06440" y="4507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2960" y="50292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gérés en JavaScript : clic → affichage du planning du jour sans rechargement.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5236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thématiques (Grid 2×2)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210312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141B2D"/>
          </a:solidFill>
          <a:ln/>
        </p:spPr>
      </p:sp>
      <p:sp>
        <p:nvSpPr>
          <p:cNvPr id="41" name="Shape 39"/>
          <p:cNvSpPr/>
          <p:nvPr/>
        </p:nvSpPr>
        <p:spPr>
          <a:xfrm>
            <a:off x="8183880" y="24231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42" name="Image 0" descr="/home/claude/afri_pptx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9717" y="2488997"/>
            <a:ext cx="416966" cy="416966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45236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Tech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9646920" y="210312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45" name="Shape 42"/>
          <p:cNvSpPr/>
          <p:nvPr/>
        </p:nvSpPr>
        <p:spPr>
          <a:xfrm>
            <a:off x="10378440" y="24231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46" name="Image 1" descr="/home/claude/afri_pptx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277" y="2488997"/>
            <a:ext cx="416966" cy="416966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964692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7452360" y="420624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141B2D"/>
          </a:solidFill>
          <a:ln/>
        </p:spPr>
      </p:sp>
      <p:sp>
        <p:nvSpPr>
          <p:cNvPr id="49" name="Shape 45"/>
          <p:cNvSpPr/>
          <p:nvPr/>
        </p:nvSpPr>
        <p:spPr>
          <a:xfrm>
            <a:off x="8183880" y="452628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50" name="Image 2" descr="/home/claude/afri_pptx/icons/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717" y="4592117"/>
            <a:ext cx="416966" cy="416966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745236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9646920" y="420624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53" name="Shape 48"/>
          <p:cNvSpPr/>
          <p:nvPr/>
        </p:nvSpPr>
        <p:spPr>
          <a:xfrm>
            <a:off x="10378440" y="452628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54" name="Image 3" descr="/home/claude/afri_pptx/icons/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4277" y="4592117"/>
            <a:ext cx="416966" cy="416966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964692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4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/ intervenants.html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Intervenants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14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69164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E4E7EC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Tech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E4E7E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69164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E4E7E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69164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E4E7EC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actif est mis en évidence · filtrage sans rechargement de page (JavaScript)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01852" y="28620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101852" y="2862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[Spécialité — Pays]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41448" y="26974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94660" y="28620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994660" y="2862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441448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41448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[Spécialité — Pays]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34256" y="26974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87468" y="28620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887468" y="2862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34256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34256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[Spécialité — Pays]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315968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101852" y="448056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1101852" y="44805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8640" y="5138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413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[Spécialité — Pays]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41448" y="4315968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94660" y="448056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2994660" y="44805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441448" y="5138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441448" y="5413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[Spécialité — Pays]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34256" y="4315968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87468" y="448056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4887468" y="44805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334256" y="5138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334256" y="5413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[Spécialité — Pays]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63640" y="2697480"/>
            <a:ext cx="5394960" cy="3337560"/>
          </a:xfrm>
          <a:prstGeom prst="roundRect">
            <a:avLst>
              <a:gd name="adj" fmla="val 2740"/>
            </a:avLst>
          </a:prstGeom>
          <a:solidFill>
            <a:srgbClr val="141B2D"/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à défendre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537960" y="3337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D7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intervenants fictifs — CSS Grid responsive (3 col. desktop, 2 tablette, 1 mobile)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37960" y="3931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D7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JS : affichage/masquage des cartes selon la thématique, sans reload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37960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D7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hover : ombre + translation sur chaque carte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3796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D7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alt sur toutes les photos (accessibilité)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4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contact.html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Inscription &amp; Contact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343400"/>
          </a:xfrm>
          <a:prstGeom prst="roundRect">
            <a:avLst>
              <a:gd name="adj" fmla="val 1684"/>
            </a:avLst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761488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61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(regex)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236976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36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(≥ 8 chiffres)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712464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12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participation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187952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africain (10+)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(≥ 20 car.)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51846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84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1691640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1892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0" descr="/home/claude/afri_pptx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1947672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2940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JavaScript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053328" y="2404872"/>
            <a:ext cx="5404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champs requis, retour visuel (bordure + message) par champ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852160" y="2807208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053328" y="30083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1" descr="/home/claude/afri_pptx/icons/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3063240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629400" y="29900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en accordéon CSS pur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6053328" y="3520440"/>
            <a:ext cx="5404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questions/réponses via :checked / :focus-within — aucun JS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852160" y="3922776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053328" y="41239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2" descr="/home/claude/afri_pptx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4178808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29400" y="4105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intégrée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6053328" y="4636008"/>
            <a:ext cx="5404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Google Maps vers une ville africaine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852160" y="5038344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053328" y="5239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3" descr="/home/claude/afri_pptx/icons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5294376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629400" y="52212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 2 colonnes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6053328" y="5751576"/>
            <a:ext cx="5404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à gauche, informations à droite (Flexbox)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JavaScript clés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fonctionnalités obligatoires — JavaScript vanilla pur, aucun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185623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/home/claude/afri_pptx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897" y="1922069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24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1363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+ attribut data-theme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10" name="Shape 7"/>
          <p:cNvSpPr/>
          <p:nvPr/>
        </p:nvSpPr>
        <p:spPr>
          <a:xfrm>
            <a:off x="4503420" y="185623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1" name="Image 1" descr="/home/claude/afri_pptx/icons/b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57" y="1922069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24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66160" y="31363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au scroll (80px) + menu hamburger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15" name="Shape 11"/>
          <p:cNvSpPr/>
          <p:nvPr/>
        </p:nvSpPr>
        <p:spPr>
          <a:xfrm>
            <a:off x="7383780" y="185623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6" name="Image 2" descr="/home/claude/afri_pptx/icons/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17" y="1922069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624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au scroll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46520" y="31363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— fade/slide/zoom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89720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64140" y="185623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1" name="Image 3" descr="/home/claude/afri_pptx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9977" y="1922069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2624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programme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326880" y="31363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3 jours au clic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25" name="Shape 19"/>
          <p:cNvSpPr/>
          <p:nvPr/>
        </p:nvSpPr>
        <p:spPr>
          <a:xfrm>
            <a:off x="1623060" y="423367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6" name="Image 4" descr="/home/claude/afri_pptx/icons/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8897" y="4299509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001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intervenants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5800" y="5513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par thématique, sans reload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29000" y="39776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30" name="Shape 23"/>
          <p:cNvSpPr/>
          <p:nvPr/>
        </p:nvSpPr>
        <p:spPr>
          <a:xfrm>
            <a:off x="4503420" y="423367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1" name="Image 5" descr="/home/claude/afri_pptx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257" y="4299509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66160" y="5001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66160" y="5513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complet + retour visuel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309360" y="39776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35" name="Shape 27"/>
          <p:cNvSpPr/>
          <p:nvPr/>
        </p:nvSpPr>
        <p:spPr>
          <a:xfrm>
            <a:off x="7383780" y="423367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6" name="Image 6" descr="/home/claude/afri_pptx/icons/arrow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9617" y="4299509"/>
            <a:ext cx="416966" cy="41696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46520" y="5001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haut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446520" y="5513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apparition à 300px, scroll smooth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189720" y="39776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E2740"/>
          </a:solidFill>
          <a:ln/>
        </p:spPr>
      </p:sp>
      <p:sp>
        <p:nvSpPr>
          <p:cNvPr id="40" name="Shape 31"/>
          <p:cNvSpPr/>
          <p:nvPr/>
        </p:nvSpPr>
        <p:spPr>
          <a:xfrm>
            <a:off x="10264140" y="423367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41" name="Image 7" descr="/home/claude/afri_pptx/icons/c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9977" y="4299509"/>
            <a:ext cx="416966" cy="41696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26880" y="5001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dynamique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326880" y="5513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Date().getFullYear() en footer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techniques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Flexbox, Grid et responsive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6" name="Image 0" descr="/home/claude/afri_pptx/icons/pal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562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(:root)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313432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 variables — couleurs, polices, espacements, radius — réutilisées dans tout le style.css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801368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1" name="Image 1" descr="/home/claude/afri_pptx/icons/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8562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44568" y="2313432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usages distincts : navbar, section « Pourquoi participer », footer 3 colonnes…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801368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6" name="Image 2" descr="/home/claude/afri_pptx/icon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8562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39328" y="2313432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usages distincts : chiffres clés, grille des intervenants, thématiques 2×2…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1" name="Image 3" descr="/home/claude/afri_pptx/icons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336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(media queries)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4690872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points de rupture : mobile 375px · tablette 768px · desktop 1200px+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178808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6" name="Image 4" descr="/home/claude/afri_pptx/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3367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44568" y="4690872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polices — une expressive pour les titres, une lisible pour le corps du texte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178808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31" name="Image 5" descr="/home/claude/afri_pptx/icons/mo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23367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natif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39328" y="4690872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sombres dans [data-theme="dark"], basculées par le JavaScript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Git, déploiement &amp; difficultés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de travail progressif et retours d'expérience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mise en ligne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6" name="Image 0" descr="/home/claude/afri_pptx/icons/g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93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 commits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8872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répartis sur 2 semaines, messages clairs en français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0" name="Image 1" descr="/home/claude/afri_pptx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6265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9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public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88720" y="3182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NOM-Prenom-AfriConnectSummit sur GitHub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4" name="Image 2" descr="/home/claude/afri_pptx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85876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856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88720" y="40782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actif dès le premier commit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700016"/>
            <a:ext cx="457200" cy="45720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8" name="Image 3" descr="/home/claude/afri_pptx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75488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81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complet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88720" y="4974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technologies, fonctionnalités JS, lien Pages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5623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[Lien GitHub Pages : https://…]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263640" y="16002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141B2D"/>
          </a:solidFill>
          <a:ln/>
        </p:spPr>
      </p:sp>
      <p:sp>
        <p:nvSpPr>
          <p:cNvPr id="23" name="Text 17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&amp; solutions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537960" y="228600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5" name="Image 4" descr="/home/claude/afri_pptx/icons/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046" y="2332086"/>
            <a:ext cx="291876" cy="2918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86600" y="226771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[Difficulté 1 — ex. gestion du dark mode persistant] → [solution apportée]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537960" y="333756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8" name="Image 5" descr="/home/claude/afri_pptx/icons/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046" y="3383646"/>
            <a:ext cx="291876" cy="29187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86600" y="3319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[Difficulté 2 — ex. validation du formulaire] → [solution apportée]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537960" y="438912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1" name="Image 6" descr="/home/claude/afri_pptx/icons/bul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4046" y="4435206"/>
            <a:ext cx="291876" cy="29187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86600" y="43708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[Difficulté 3 — ex. responsive de la grille intervenants] → [solution apportée]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53796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Personnalisez ce cadre avec vos propres retours d'expérience.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— Soutenance Technologie Web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la démonstration live du site AfriConnect Summit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292608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/home/claude/afri_pptx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3981298"/>
            <a:ext cx="312725" cy="3127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950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 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34640" y="3950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[https://github.com/…]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0" name="Image 1" descr="/home/claude/afri_pptx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8" y="4529938"/>
            <a:ext cx="312725" cy="3127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498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 ligne 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346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[https://….github.io/…]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bienvenues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241280" y="5029200"/>
            <a:ext cx="1005840" cy="10058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5" name="Image 2" descr="/home/claude/afri_pptx/icons/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1" y="5149901"/>
            <a:ext cx="764438" cy="764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2026-07-29T05:30:49Z</dcterms:created>
  <dcterms:modified xsi:type="dcterms:W3CDTF">2026-07-29T05:30:49Z</dcterms:modified>
</cp:coreProperties>
</file>